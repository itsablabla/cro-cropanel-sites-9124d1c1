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wedibox.com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(85/100)  ·  10 findings  ·  2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pricing page's ability to convert visitors into plan selections, but it is bleeding value because the page lacks a clear, plan-specific call-to-action and presents conflicting prices across the site, undermining trust and leaving visitors without a direct path to purchase.</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1.8–7.6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Competing CTAs on homepage</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homepage presents multiple equally prominent CTAs pointing to different destinations, making the primary next step a</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security badge, so a first-time visitor has nothing to offset p</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Unclear what $49 buys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lists a $49 price without stating which plan or features it corresponds to, leaving visitors uncertain abou</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Lab Largest Contentful Paint of 3.5 s on mobile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Measured in a lab load: the page's main content takes this long to appear on a mid-range phone; most visitors have bounc</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C0392B"/>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Missing primary CTA on pricing page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pricing page presents plans and prices but lacks a clear, plan-specific call-to-action, leaving visitors without a d</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Inconsistent pricing across pages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and pricing page show conflicting price points for the same product, undermining clarity of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on homepage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"11 distinct calls to action compete on the same page: “Contact Us We are here to help”, “Get Started Free”, “Find Your Seat”, “Contact Us”, “Explore RSVP Tool →”, “Explore Digital Seating Chart →”, “E"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presents multiple equally prominent CTAs pointing to different destinations, making the primary next step ambiguous for new visitors.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what $49 buys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shown on the page: $49 $49 $49"</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lists a $49 price without stating which plan or features it corresponds to, leaving visitors uncertain about the offer above the fold.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Largest Contentful Paint of 3.5 s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3.5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5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primary CTA on pricing page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"9 distinct calls to action compete on the same page: “Contact Us We are here to help”, “Get Started Free”, “Find Your Seat”, “Contact Us”, “Explore Embed”, “Start over”, “See supported platforms →”,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pricing page presents plans and prices but lacks a clear, plan-specific call-to-action, leaving visitors without a direct path to purchase.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Missing primary CTA on pricing page</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Inconsistent pricing across pages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Optional field ambiguity</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Competing CTAs on homepage</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Unclear what $49 buys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Lab Largest Contentful Paint of 3.5 s on mob</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Get-started flow lacks pricing context</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Pricing page lacks plan selector</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Comparison page omits trust indicators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